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74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RTL to GDSII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Tool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RTL source to a fabrication-ready GDSII layout — one dashboard, one automated pipeline, narrated by a local AI model.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Dash   ·   Backend: Flask + GraphQL   ·   AI Reporting: Ollama (gemma3)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92640" y="457200"/>
            <a:ext cx="2194560" cy="2194560"/>
          </a:xfrm>
          <a:prstGeom prst="ellipse">
            <a:avLst/>
          </a:prstGeom>
          <a:solidFill>
            <a:srgbClr val="24316E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0" y="4114800"/>
            <a:ext cx="1463040" cy="1463040"/>
          </a:xfrm>
          <a:prstGeom prst="ellipse">
            <a:avLst/>
          </a:prstGeom>
          <a:solidFill>
            <a:srgbClr val="24316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and the Fix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46634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031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 design to silicon means running many separate EDA tools by hand — simulator, synthesizer, place-and-route, signoff checkers — each with its own commands, outputs and logs to track.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6576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run and a hung one used to look identical: the browser just held an open request for minutes.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0"/>
            <a:ext cx="5303520" cy="4663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This Tool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75120" y="219456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49440" y="20391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→ GDSII, one path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40487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— simulate, synthesize, place &amp; route, sign off — chains together automatically.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0" y="315468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49440" y="29992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click, or one API call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336499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command line, or GraphQL all run the exact same underlying flow.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75120" y="411480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49440" y="39593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progress, not guessing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432511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log and progress bar replace a tab that looks frozen for minutes.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RTL→GDSII Tool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Objective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 One Project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has a single job — and every entry point calls the same flow underneath.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2588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345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345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83794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dashboard.py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784080" y="1856232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84080" y="18562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221992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sees and clicks. Built with Dash + dash-bootstrap-components: buttons, a progress bar and a live log, no separate HTML/CSS/JS to keep in sync.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1064240" cy="132588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57073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5707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37413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app.py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784080" y="3392424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784080" y="339242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GraphQL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3758184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server. Built with Flask, exposing a GraphQL API (graphql-core); every resolver hands work off to the flow engine rather than running tools itself.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764024"/>
            <a:ext cx="11064240" cy="132588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5106924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1069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737360" y="491032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Flow Engine — flow.py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784080" y="4928616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784080" y="492861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Make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5294376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pipeline. Runs each stage — simulate, synthesize, place &amp; route, sign off, report — on a worker thread via flow.run_stage().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RTL→GDSII Tool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Modules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layer is actually built on, straight from requirements.txt and the code.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05200" cy="19659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01368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277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3002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dash-bootstrap-components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(VCD → PNG)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8160" y="1600200"/>
            <a:ext cx="3505200" cy="19659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4602480" y="1801368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76800" y="1737360"/>
            <a:ext cx="277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02480" y="2194560"/>
            <a:ext cx="3002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graphql-core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7680" y="1600200"/>
            <a:ext cx="3505200" cy="19659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382000" y="1801368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56320" y="1737360"/>
            <a:ext cx="277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82000" y="2194560"/>
            <a:ext cx="3002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model: gemma3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(local, no cloud call)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505200" cy="19659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087368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7280" y="4023360"/>
            <a:ext cx="277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480560"/>
            <a:ext cx="3002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cocotb + pytest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Icarus Verilog (iverilog/vvp)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Verilator (lint)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28160" y="3886200"/>
            <a:ext cx="3505200" cy="19659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602480" y="4087368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76800" y="4023360"/>
            <a:ext cx="277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Views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602480" y="4480560"/>
            <a:ext cx="3002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Yosys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Graphviz (dot)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gtkwave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07680" y="3886200"/>
            <a:ext cx="3505200" cy="19659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8382000" y="4087368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56320" y="4023360"/>
            <a:ext cx="277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Design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82000" y="4480560"/>
            <a:ext cx="3002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OpenROAD (P&amp;R)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OpenSTA (timing)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PDK: SkyWater sky130hd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(run history)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 PDK?  </a:t>
            </a:r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foundry's Process Design Kit — standard-cell libraries, Liberty timing data, LEF layout data and design rules that tie the design to real, fabricable silicon.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RTL→GDSII Tool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Tech Stack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Flow: RTL to GDSII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stages, one path. Every stage runs through flow.run_stage().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2176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505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Design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803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103120"/>
            <a:ext cx="292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441448" y="210312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51176" y="2176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532888" y="24505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532888" y="28803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Testbench,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simulate, view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041648" y="2103120"/>
            <a:ext cx="292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334256" y="210312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43984" y="2176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25696" y="24505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25696" y="28803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cells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934456" y="2103120"/>
            <a:ext cx="292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27064" y="210312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36792" y="2176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18504" y="24505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&amp;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18504" y="28803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cells,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wires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827264" y="2103120"/>
            <a:ext cx="292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119872" y="210312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0" y="2176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11312" y="24505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211312" y="28803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checks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9720072" y="2103120"/>
            <a:ext cx="292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0012680" y="210312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122408" y="2176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104120" y="24505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GDSII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104120" y="28803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fab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3749040"/>
            <a:ext cx="11064240" cy="155448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6868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Sign-off: Report + Optimize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" y="437083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stages run after the chain finishes, reading what it measured. Neither blocks the RTL-to-GDSII path — they support it. </a:t>
            </a:r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next slide for what Report actually generates.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RTL→GDSII Tool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EDA Flow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Report, One Button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 — the dashboard button, the generateReport mutation, and make report — runs both of these.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4348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562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Report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gen_report.py  ·  deterministic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5176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every artefact and stage summary — interface, testbench, timing, layout — into one document.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stage that hasn't run is reported as not run; a number no tool emitted is reported as missing. Nothing is inferred.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5394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results/report/&lt;design&gt;_report.html + .txt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600200"/>
            <a:ext cx="5303520" cy="4434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6629400" y="18745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1856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Narrative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194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generate_ai_report.py  ·  Ollama, model: gemma3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265176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the actual measured outputs first, then asks a local Ollama model (gemma3) to explain them in plain English.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never the source of measured numbers — it narrates what synthesis, timing and signoff already produced, and nothing else.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53949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results/report/&lt;design&gt;_ai_report.txt + results/ai/&lt;design&gt;_ai_report.json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— Optimize Design is a separate stage: ranked, evidence-backed advice from Yosys / OpenSTA measurements. It does not call the AI model.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RTL→GDSII Tool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Flow, Three Interfaces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505200" cy="2103120"/>
          </a:xfrm>
          <a:prstGeom prst="rect">
            <a:avLst/>
          </a:prstGeom>
          <a:solidFill>
            <a:srgbClr val="2431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— click a stage, watch the log.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28160" y="1508760"/>
            <a:ext cx="3505200" cy="2103120"/>
          </a:xfrm>
          <a:prstGeom prst="rect">
            <a:avLst/>
          </a:prstGeom>
          <a:solidFill>
            <a:srgbClr val="2431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02480" y="17373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GraphQL — routes the request, tracks the job.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07680" y="1508760"/>
            <a:ext cx="3505200" cy="2103120"/>
          </a:xfrm>
          <a:prstGeom prst="rect">
            <a:avLst/>
          </a:prstGeom>
          <a:solidFill>
            <a:srgbClr val="24316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82000" y="17373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Flow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flow.py — runs the tool, generates the AI-narrated report, reports back.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1064240" cy="0"/>
          </a:xfrm>
          <a:prstGeom prst="line">
            <a:avLst/>
          </a:prstGeom>
          <a:noFill/>
          <a:ln w="12700">
            <a:solidFill>
              <a:srgbClr val="3B4A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663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door you use, you get identical behavior, error handling and artifacts — the same design goes in, the same GDSII (and the same AI-narrated report) comes out. No drift between the command line, the API and the UI.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2026-09-18T06:01:36Z</dcterms:created>
  <dcterms:modified xsi:type="dcterms:W3CDTF">2026-09-18T06:01:36Z</dcterms:modified>
</cp:coreProperties>
</file>